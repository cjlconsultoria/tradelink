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Completa de Gestão de Investimentos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Completo para Consultores e Clientes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TradeLink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44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Centralizada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Gerencie todos os clientes, carteiras e recomendações em um só lugar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21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963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Trading, Rebalanceamento automático e alertas inteligentes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999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735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acompanham performance, metas e recomendações em tempo real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776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050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OTP, criptografia e controle de acesso por perfil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→ Sistema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migrar suas rotinas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44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(Planilha)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344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(TradeLink)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43891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clientes (Excel)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Clientes + Cadastro automático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58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Carteiras em planilha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2258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Carteiras com ativos em tempo real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8229600" cy="43891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340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via WhatsApp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27340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de Recomendações + notificações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95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performance manual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32095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 gráficos automáticos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8229600" cy="43891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85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no papel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0" y="3685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Metas com progresso visual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60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via e-mail manual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4160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Preço automáticos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do Consultor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seu negócio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R$ 45M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9748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sob gestão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006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Rentabilidade média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037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abertas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do Capital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Gráfico de linha mostrando evolução mensal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capital total sob gestão com comparativo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benchmark (CDI, IBOV)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por Tipo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1089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🥧 Gráfico de pizza com a distribuição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ativos: Ações, FIIs, Renda Fixa,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Criptomoedas, Internacional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de Recomendações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Gerencie sugestões de compra/venda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44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874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PETR4 — Comprar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Preço: R$ 38,50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8803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926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VALE3 — Comprar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Preço: R$ 62,30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3258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344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Análise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8288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1874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ITUB4 — Vender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Preço: R$ 28,90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344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8288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874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WEGE3 — Comprar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Preço: R$ 35,20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926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ABEV3 — Comprar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Preço: R$ 12,80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13258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344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Recusada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8288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49440" y="1874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MGLU3 — Vender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Preço: R$ 8,50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Trading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Replique operações automaticamente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uma carteira modelo com os ativos desejados
</a:t>
            </a:r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Vincule os clientes que devem seguir essa carteira
</a:t>
            </a:r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alterar a carteira modelo, todos os clientes vinculados recebem a recomendação automaticamente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Vantagens para o Consultor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Economia de tempo (horas → segundos)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Padronização das recomendações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Escalabilidade para mais clientes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Histórico completo de operações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Vantagens para o Cliente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Recebe recomendações instantaneamente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Pode aceitar ou recusar cada operação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Transparência total das decisões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Acompanha performance em tempo real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Rebalanceamento Automático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Mantenha carteiras alinhadas à estratégia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calcula automaticamente os ajustes necessários para manter a alocação-alvo da carteira.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777240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842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          Alvo     Atual     Diff        Ação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PETR4          25%       30%       -5%        Vender R$ 5.000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VALE3          25%       20%       +5%        Comprar R$ 5.000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ITUB4          25%       25%       0%        Manter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WEGE3          25%       25%       0%        Manter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do Cliente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detalhado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R$ 285K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Patrimônio total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9748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006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037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da Carteira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7772400" cy="2743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                Tipo              Valor            Rent.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429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PETR4               Ações             R$ 45.000        +12.5%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685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VALE3               Ações             R$ 38.500        +8.2%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394106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XPML11              FIIs              R$ 52.000        +15.1%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41970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Tesouro IPCA+       Renda Fixa        R$ 80.000        +6.8%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44531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BTC                 Cripto            R$ 25.000        +45.2%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 Relatórios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detalhada de resultados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Rentabilidade Mensal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Gráfico de barras comparando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rentabilidade mensal da carteira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CDI e IBOV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12 meses: +1.8% a.m.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Rentabilidade Acumulada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Gráfico de linha com evolução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acumulada nos últimos 12 meses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Carteira: +22.5%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CDI: +12.8%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IBOV: +15.2%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3931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em PDF com análise completa, histórico de operações, comparativo com benchmarks e projeções futuras. Envio automático por email.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Financeiras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Defina e acompanhe objetivos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44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Aposentadoria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R$ 285K / R$ 1M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1645920"/>
            <a:ext cx="4114800" cy="2286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645920"/>
            <a:ext cx="1172718" cy="2286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4447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313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Própria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R$ 120K / R$ 500K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2514600"/>
            <a:ext cx="4114800" cy="2286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2514600"/>
            <a:ext cx="987552" cy="2286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3134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82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Emergência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R$ 45K / R$ 50K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3383280"/>
            <a:ext cx="4114800" cy="2286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0" y="3383280"/>
            <a:ext cx="3703320" cy="22860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0" y="31821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0507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Viagem Europa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R$ 8K / R$ 25K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4251960"/>
            <a:ext cx="4114800" cy="2286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4251960"/>
            <a:ext cx="1316736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0" y="40507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Map de Cotações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o mercado em tempo real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73736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-1.2%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554480"/>
            <a:ext cx="1645920" cy="1280160"/>
          </a:xfrm>
          <a:prstGeom prst="roundRect">
            <a:avLst>
              <a:gd name="adj" fmla="val 5714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1737360"/>
            <a:ext cx="1645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ITUB4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155448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737360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WEGE3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+3.1%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MGLU3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ABEV3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+1.1%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29260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CA5A5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BBDC4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-0.3%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926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063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+2.8%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Preço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inteligentes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alertas personalizados para acompanhar seus ativos: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Alerta quando ativo atingir preço-alvo (acima ou abaixo)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Alerta de variação percentual no dia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Notificação por email, push e no sistema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788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acima de R$ 40,00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0" y="283464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abaixo de R$ 58,00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33832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ITUB4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&gt; 5% no dia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0" y="393192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4434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acima de $70.000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0" y="44805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em todos os níveis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463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OTP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verificação enviado por email para cada login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377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697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sensíveis criptografados em trânsito e em repouso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611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separados: Admin, Consultor e Cliente com permissões específicas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251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4206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526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completo de todas as ações na plataforma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Extras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Simulador, Watchlist, Comparador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Projete cenários 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com diferentes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aportes, prazos 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rentabilidades esperadas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Acompanhe ativos 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interesse com cotações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tempo real sem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precisar comprar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moedas e ativos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com gráficos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interativos e dados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0" y="6309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Plataforma de Gestão de Investimentos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13716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TradeLink — Transformando a gestão de investimentos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 Entre em contato pelo chat de suporte na plataforma.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TradeLink — Guia Completo da Plataforma</dc:title>
  <dc:subject>PptxGenJS Presentation</dc:subject>
  <dc:creator>TradeLink</dc:creator>
  <cp:lastModifiedBy>TradeLink</cp:lastModifiedBy>
  <cp:revision>1</cp:revision>
  <dcterms:created xsi:type="dcterms:W3CDTF">2026-03-11T17:14:17Z</dcterms:created>
  <dcterms:modified xsi:type="dcterms:W3CDTF">2026-03-11T17:14:17Z</dcterms:modified>
</cp:coreProperties>
</file>